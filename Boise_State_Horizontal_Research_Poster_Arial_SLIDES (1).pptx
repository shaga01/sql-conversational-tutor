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Lst>
  <p:sldSz cy="32918400" cx="43891200"/>
  <p:notesSz cx="6858000" cy="9144000"/>
  <p:embeddedFontLst>
    <p:embeddedFont>
      <p:font typeface="Montserrat"/>
      <p:regular r:id="rId7"/>
      <p:bold r:id="rId8"/>
      <p:italic r:id="rId9"/>
      <p:boldItalic r:id="rId10"/>
    </p:embeddedFont>
    <p:embeddedFont>
      <p:font typeface="Arial Black"/>
      <p:regular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font" Target="fonts/ArialBlack-regular.fntdata"/><Relationship Id="rId10" Type="http://schemas.openxmlformats.org/officeDocument/2006/relationships/font" Target="fonts/Montserrat-boldItalic.fntdata"/><Relationship Id="rId9" Type="http://schemas.openxmlformats.org/officeDocument/2006/relationships/font" Target="fonts/Montserrat-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font" Target="fonts/Montserrat-regular.fntdata"/><Relationship Id="rId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e4e41beb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e4e41be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descr="decorative" id="12" name="Google Shape;12;p2"/>
          <p:cNvSpPr/>
          <p:nvPr/>
        </p:nvSpPr>
        <p:spPr>
          <a:xfrm>
            <a:off x="0" y="675640"/>
            <a:ext cx="30175200" cy="3291840"/>
          </a:xfrm>
          <a:prstGeom prst="rect">
            <a:avLst/>
          </a:prstGeom>
          <a:solidFill>
            <a:srgbClr val="0033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background" id="13" name="Google Shape;13;p2"/>
          <p:cNvSpPr/>
          <p:nvPr/>
        </p:nvSpPr>
        <p:spPr>
          <a:xfrm>
            <a:off x="0" y="3418840"/>
            <a:ext cx="26883360" cy="1828800"/>
          </a:xfrm>
          <a:prstGeom prst="rect">
            <a:avLst/>
          </a:prstGeom>
          <a:solidFill>
            <a:srgbClr val="D643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14" name="Google Shape;14;p2"/>
          <p:cNvSpPr/>
          <p:nvPr/>
        </p:nvSpPr>
        <p:spPr>
          <a:xfrm>
            <a:off x="11430000" y="6162040"/>
            <a:ext cx="32461200" cy="1828800"/>
          </a:xfrm>
          <a:prstGeom prst="rect">
            <a:avLst/>
          </a:prstGeom>
          <a:solidFill>
            <a:srgbClr val="D643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15" name="Google Shape;15;p2"/>
          <p:cNvSpPr/>
          <p:nvPr/>
        </p:nvSpPr>
        <p:spPr>
          <a:xfrm>
            <a:off x="0" y="31089600"/>
            <a:ext cx="43891200" cy="1828800"/>
          </a:xfrm>
          <a:prstGeom prst="rect">
            <a:avLst/>
          </a:prstGeom>
          <a:solidFill>
            <a:srgbClr val="0033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pic>
        <p:nvPicPr>
          <p:cNvPr id="16" name="Google Shape;16;p2" title="boisestate-primarylogo-2color-rgb.png"/>
          <p:cNvPicPr preferRelativeResize="0"/>
          <p:nvPr/>
        </p:nvPicPr>
        <p:blipFill rotWithShape="1">
          <a:blip r:embed="rId2">
            <a:alphaModFix/>
          </a:blip>
          <a:srcRect b="5870" l="0" r="0" t="5861"/>
          <a:stretch/>
        </p:blipFill>
        <p:spPr>
          <a:xfrm>
            <a:off x="33277701" y="1085159"/>
            <a:ext cx="7791365" cy="30693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20" name="Google Shape;20;p3"/>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2994662" y="8206749"/>
            <a:ext cx="37856160" cy="136931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800"/>
              <a:buFont typeface="Calibri"/>
              <a:buNone/>
              <a:defRPr sz="28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2994662" y="22029429"/>
            <a:ext cx="37856160" cy="7200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sz="11520">
                <a:solidFill>
                  <a:schemeClr val="dk1"/>
                </a:solidFill>
              </a:defRPr>
            </a:lvl1pPr>
            <a:lvl2pPr indent="-228600" lvl="1" marL="914400" algn="l">
              <a:lnSpc>
                <a:spcPct val="90000"/>
              </a:lnSpc>
              <a:spcBef>
                <a:spcPts val="2400"/>
              </a:spcBef>
              <a:spcAft>
                <a:spcPts val="0"/>
              </a:spcAft>
              <a:buClr>
                <a:srgbClr val="888888"/>
              </a:buClr>
              <a:buSzPts val="9600"/>
              <a:buNone/>
              <a:defRPr sz="9600">
                <a:solidFill>
                  <a:srgbClr val="888888"/>
                </a:solidFill>
              </a:defRPr>
            </a:lvl2pPr>
            <a:lvl3pPr indent="-228600" lvl="2" marL="1371600" algn="l">
              <a:lnSpc>
                <a:spcPct val="90000"/>
              </a:lnSpc>
              <a:spcBef>
                <a:spcPts val="2400"/>
              </a:spcBef>
              <a:spcAft>
                <a:spcPts val="0"/>
              </a:spcAft>
              <a:buClr>
                <a:srgbClr val="888888"/>
              </a:buClr>
              <a:buSzPts val="8640"/>
              <a:buNone/>
              <a:defRPr sz="8640">
                <a:solidFill>
                  <a:srgbClr val="888888"/>
                </a:solidFill>
              </a:defRPr>
            </a:lvl3pPr>
            <a:lvl4pPr indent="-228600" lvl="3" marL="1828800" algn="l">
              <a:lnSpc>
                <a:spcPct val="90000"/>
              </a:lnSpc>
              <a:spcBef>
                <a:spcPts val="2400"/>
              </a:spcBef>
              <a:spcAft>
                <a:spcPts val="0"/>
              </a:spcAft>
              <a:buClr>
                <a:srgbClr val="888888"/>
              </a:buClr>
              <a:buSzPts val="7680"/>
              <a:buNone/>
              <a:defRPr sz="7680">
                <a:solidFill>
                  <a:srgbClr val="888888"/>
                </a:solidFill>
              </a:defRPr>
            </a:lvl4pPr>
            <a:lvl5pPr indent="-228600" lvl="4" marL="2286000" algn="l">
              <a:lnSpc>
                <a:spcPct val="90000"/>
              </a:lnSpc>
              <a:spcBef>
                <a:spcPts val="2400"/>
              </a:spcBef>
              <a:spcAft>
                <a:spcPts val="0"/>
              </a:spcAft>
              <a:buClr>
                <a:srgbClr val="888888"/>
              </a:buClr>
              <a:buSzPts val="7680"/>
              <a:buNone/>
              <a:defRPr sz="7680">
                <a:solidFill>
                  <a:srgbClr val="888888"/>
                </a:solidFill>
              </a:defRPr>
            </a:lvl5pPr>
            <a:lvl6pPr indent="-228600" lvl="5" marL="2743200" algn="l">
              <a:lnSpc>
                <a:spcPct val="90000"/>
              </a:lnSpc>
              <a:spcBef>
                <a:spcPts val="2400"/>
              </a:spcBef>
              <a:spcAft>
                <a:spcPts val="0"/>
              </a:spcAft>
              <a:buClr>
                <a:srgbClr val="888888"/>
              </a:buClr>
              <a:buSzPts val="7680"/>
              <a:buNone/>
              <a:defRPr sz="7680">
                <a:solidFill>
                  <a:srgbClr val="888888"/>
                </a:solidFill>
              </a:defRPr>
            </a:lvl6pPr>
            <a:lvl7pPr indent="-228600" lvl="6" marL="3200400" algn="l">
              <a:lnSpc>
                <a:spcPct val="90000"/>
              </a:lnSpc>
              <a:spcBef>
                <a:spcPts val="2400"/>
              </a:spcBef>
              <a:spcAft>
                <a:spcPts val="0"/>
              </a:spcAft>
              <a:buClr>
                <a:srgbClr val="888888"/>
              </a:buClr>
              <a:buSzPts val="7680"/>
              <a:buNone/>
              <a:defRPr sz="7680">
                <a:solidFill>
                  <a:srgbClr val="888888"/>
                </a:solidFill>
              </a:defRPr>
            </a:lvl7pPr>
            <a:lvl8pPr indent="-228600" lvl="7" marL="3657600" algn="l">
              <a:lnSpc>
                <a:spcPct val="90000"/>
              </a:lnSpc>
              <a:spcBef>
                <a:spcPts val="2400"/>
              </a:spcBef>
              <a:spcAft>
                <a:spcPts val="0"/>
              </a:spcAft>
              <a:buClr>
                <a:srgbClr val="888888"/>
              </a:buClr>
              <a:buSzPts val="7680"/>
              <a:buNone/>
              <a:defRPr sz="7680">
                <a:solidFill>
                  <a:srgbClr val="888888"/>
                </a:solidFill>
              </a:defRPr>
            </a:lvl8pPr>
            <a:lvl9pPr indent="-228600" lvl="8" marL="4114800" algn="l">
              <a:lnSpc>
                <a:spcPct val="90000"/>
              </a:lnSpc>
              <a:spcBef>
                <a:spcPts val="2400"/>
              </a:spcBef>
              <a:spcAft>
                <a:spcPts val="0"/>
              </a:spcAft>
              <a:buClr>
                <a:srgbClr val="888888"/>
              </a:buClr>
              <a:buSzPts val="7680"/>
              <a:buNone/>
              <a:defRPr sz="7680">
                <a:solidFill>
                  <a:srgbClr val="888888"/>
                </a:solidFill>
              </a:defRPr>
            </a:lvl9pPr>
          </a:lstStyle>
          <a:p/>
        </p:txBody>
      </p:sp>
      <p:sp>
        <p:nvSpPr>
          <p:cNvPr id="26" name="Google Shape;26;p4"/>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30175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2" name="Google Shape;32;p5"/>
          <p:cNvSpPr txBox="1"/>
          <p:nvPr>
            <p:ph idx="2" type="body"/>
          </p:nvPr>
        </p:nvSpPr>
        <p:spPr>
          <a:xfrm>
            <a:off x="22219920" y="8763000"/>
            <a:ext cx="1865376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3" name="Google Shape;33;p5"/>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3023237"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3023242" y="8069582"/>
            <a:ext cx="18568032"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39" name="Google Shape;39;p6"/>
          <p:cNvSpPr txBox="1"/>
          <p:nvPr>
            <p:ph idx="2" type="body"/>
          </p:nvPr>
        </p:nvSpPr>
        <p:spPr>
          <a:xfrm>
            <a:off x="3023242" y="12024360"/>
            <a:ext cx="18568032"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0" name="Google Shape;40;p6"/>
          <p:cNvSpPr txBox="1"/>
          <p:nvPr>
            <p:ph idx="3" type="body"/>
          </p:nvPr>
        </p:nvSpPr>
        <p:spPr>
          <a:xfrm>
            <a:off x="22219922" y="8069582"/>
            <a:ext cx="18659477"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1" name="Google Shape;41;p6"/>
          <p:cNvSpPr txBox="1"/>
          <p:nvPr>
            <p:ph idx="4" type="body"/>
          </p:nvPr>
        </p:nvSpPr>
        <p:spPr>
          <a:xfrm>
            <a:off x="22219922" y="12024360"/>
            <a:ext cx="18659477"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2" name="Google Shape;42;p6"/>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18659477" y="4739647"/>
            <a:ext cx="22219920" cy="23393400"/>
          </a:xfrm>
          <a:prstGeom prst="rect">
            <a:avLst/>
          </a:prstGeom>
          <a:noFill/>
          <a:ln>
            <a:noFill/>
          </a:ln>
        </p:spPr>
        <p:txBody>
          <a:bodyPr anchorCtr="0" anchor="t" bIns="45700" lIns="91425" spcFirstLastPara="1" rIns="91425" wrap="square" tIns="45700">
            <a:normAutofit/>
          </a:bodyPr>
          <a:lstStyle>
            <a:lvl1pPr indent="-1203960" lvl="0" marL="457200" algn="l">
              <a:lnSpc>
                <a:spcPct val="90000"/>
              </a:lnSpc>
              <a:spcBef>
                <a:spcPts val="4800"/>
              </a:spcBef>
              <a:spcAft>
                <a:spcPts val="0"/>
              </a:spcAft>
              <a:buClr>
                <a:schemeClr val="dk1"/>
              </a:buClr>
              <a:buSzPts val="15360"/>
              <a:buChar char="•"/>
              <a:defRPr sz="15360"/>
            </a:lvl1pPr>
            <a:lvl2pPr indent="-1082040" lvl="1" marL="914400" algn="l">
              <a:lnSpc>
                <a:spcPct val="90000"/>
              </a:lnSpc>
              <a:spcBef>
                <a:spcPts val="2400"/>
              </a:spcBef>
              <a:spcAft>
                <a:spcPts val="0"/>
              </a:spcAft>
              <a:buClr>
                <a:schemeClr val="dk1"/>
              </a:buClr>
              <a:buSzPts val="13440"/>
              <a:buChar char="•"/>
              <a:defRPr sz="13439"/>
            </a:lvl2pPr>
            <a:lvl3pPr indent="-960120" lvl="2" marL="1371600" algn="l">
              <a:lnSpc>
                <a:spcPct val="90000"/>
              </a:lnSpc>
              <a:spcBef>
                <a:spcPts val="2400"/>
              </a:spcBef>
              <a:spcAft>
                <a:spcPts val="0"/>
              </a:spcAft>
              <a:buClr>
                <a:schemeClr val="dk1"/>
              </a:buClr>
              <a:buSzPts val="11520"/>
              <a:buChar char="•"/>
              <a:defRPr sz="11520"/>
            </a:lvl3pPr>
            <a:lvl4pPr indent="-838200" lvl="3" marL="1828800" algn="l">
              <a:lnSpc>
                <a:spcPct val="90000"/>
              </a:lnSpc>
              <a:spcBef>
                <a:spcPts val="2400"/>
              </a:spcBef>
              <a:spcAft>
                <a:spcPts val="0"/>
              </a:spcAft>
              <a:buClr>
                <a:schemeClr val="dk1"/>
              </a:buClr>
              <a:buSzPts val="9600"/>
              <a:buChar char="•"/>
              <a:defRPr sz="9600"/>
            </a:lvl4pPr>
            <a:lvl5pPr indent="-838200" lvl="4" marL="2286000" algn="l">
              <a:lnSpc>
                <a:spcPct val="90000"/>
              </a:lnSpc>
              <a:spcBef>
                <a:spcPts val="2400"/>
              </a:spcBef>
              <a:spcAft>
                <a:spcPts val="0"/>
              </a:spcAft>
              <a:buClr>
                <a:schemeClr val="dk1"/>
              </a:buClr>
              <a:buSzPts val="9600"/>
              <a:buChar char="•"/>
              <a:defRPr sz="9600"/>
            </a:lvl5pPr>
            <a:lvl6pPr indent="-838200" lvl="5" marL="2743200" algn="l">
              <a:lnSpc>
                <a:spcPct val="90000"/>
              </a:lnSpc>
              <a:spcBef>
                <a:spcPts val="2400"/>
              </a:spcBef>
              <a:spcAft>
                <a:spcPts val="0"/>
              </a:spcAft>
              <a:buClr>
                <a:schemeClr val="dk1"/>
              </a:buClr>
              <a:buSzPts val="9600"/>
              <a:buChar char="•"/>
              <a:defRPr sz="9600"/>
            </a:lvl6pPr>
            <a:lvl7pPr indent="-838200" lvl="6" marL="3200400" algn="l">
              <a:lnSpc>
                <a:spcPct val="90000"/>
              </a:lnSpc>
              <a:spcBef>
                <a:spcPts val="2400"/>
              </a:spcBef>
              <a:spcAft>
                <a:spcPts val="0"/>
              </a:spcAft>
              <a:buClr>
                <a:schemeClr val="dk1"/>
              </a:buClr>
              <a:buSzPts val="9600"/>
              <a:buChar char="•"/>
              <a:defRPr sz="9600"/>
            </a:lvl7pPr>
            <a:lvl8pPr indent="-838200" lvl="7" marL="3657600" algn="l">
              <a:lnSpc>
                <a:spcPct val="90000"/>
              </a:lnSpc>
              <a:spcBef>
                <a:spcPts val="2400"/>
              </a:spcBef>
              <a:spcAft>
                <a:spcPts val="0"/>
              </a:spcAft>
              <a:buClr>
                <a:schemeClr val="dk1"/>
              </a:buClr>
              <a:buSzPts val="9600"/>
              <a:buChar char="•"/>
              <a:defRPr sz="9600"/>
            </a:lvl8pPr>
            <a:lvl9pPr indent="-838200" lvl="8" marL="4114800" algn="l">
              <a:lnSpc>
                <a:spcPct val="90000"/>
              </a:lnSpc>
              <a:spcBef>
                <a:spcPts val="2400"/>
              </a:spcBef>
              <a:spcAft>
                <a:spcPts val="0"/>
              </a:spcAft>
              <a:buClr>
                <a:schemeClr val="dk1"/>
              </a:buClr>
              <a:buSzPts val="9600"/>
              <a:buChar char="•"/>
              <a:defRPr sz="9600"/>
            </a:lvl9pPr>
          </a:lstStyle>
          <a:p/>
        </p:txBody>
      </p:sp>
      <p:sp>
        <p:nvSpPr>
          <p:cNvPr id="57" name="Google Shape;57;p9"/>
          <p:cNvSpPr txBox="1"/>
          <p:nvPr>
            <p:ph idx="2"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58" name="Google Shape;58;p9"/>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360"/>
              <a:buFont typeface="Calibri"/>
              <a:buNone/>
              <a:defRPr sz="15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8659477" y="4739647"/>
            <a:ext cx="22219920" cy="23393400"/>
          </a:xfrm>
          <a:prstGeom prst="rect">
            <a:avLst/>
          </a:prstGeom>
          <a:noFill/>
          <a:ln>
            <a:noFill/>
          </a:ln>
        </p:spPr>
      </p:sp>
      <p:sp>
        <p:nvSpPr>
          <p:cNvPr id="64" name="Google Shape;64;p10"/>
          <p:cNvSpPr txBox="1"/>
          <p:nvPr>
            <p:ph idx="1" type="body"/>
          </p:nvPr>
        </p:nvSpPr>
        <p:spPr>
          <a:xfrm>
            <a:off x="3023237" y="9875520"/>
            <a:ext cx="14156054"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5" name="Google Shape;65;p10"/>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1502389" y="278131"/>
            <a:ext cx="20886422" cy="378561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1" name="Google Shape;71;p11"/>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22193251" y="10968991"/>
            <a:ext cx="27896822" cy="94640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2990851" y="1779271"/>
            <a:ext cx="27896822" cy="27843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7" name="Google Shape;77;p12"/>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017520" y="1752607"/>
            <a:ext cx="37856160" cy="6362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1120"/>
              <a:buFont typeface="Calibri"/>
              <a:buNone/>
              <a:defRPr b="0" i="0" sz="2112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017520" y="8763000"/>
            <a:ext cx="37856160" cy="20886422"/>
          </a:xfrm>
          <a:prstGeom prst="rect">
            <a:avLst/>
          </a:prstGeom>
          <a:noFill/>
          <a:ln>
            <a:noFill/>
          </a:ln>
        </p:spPr>
        <p:txBody>
          <a:bodyPr anchorCtr="0" anchor="t" bIns="45700" lIns="91425" spcFirstLastPara="1" rIns="91425" wrap="square" tIns="45700">
            <a:normAutofit/>
          </a:bodyPr>
          <a:lstStyle>
            <a:lvl1pPr indent="-1082040" lvl="0" marL="457200" marR="0" rtl="0" algn="l">
              <a:lnSpc>
                <a:spcPct val="90000"/>
              </a:lnSpc>
              <a:spcBef>
                <a:spcPts val="4800"/>
              </a:spcBef>
              <a:spcAft>
                <a:spcPts val="0"/>
              </a:spcAft>
              <a:buClr>
                <a:schemeClr val="dk1"/>
              </a:buClr>
              <a:buSzPts val="13440"/>
              <a:buFont typeface="Arial"/>
              <a:buChar char="•"/>
              <a:defRPr b="0" i="0" sz="13439" u="none" cap="none" strike="noStrike">
                <a:solidFill>
                  <a:schemeClr val="dk1"/>
                </a:solidFill>
                <a:latin typeface="Calibri"/>
                <a:ea typeface="Calibri"/>
                <a:cs typeface="Calibri"/>
                <a:sym typeface="Calibri"/>
              </a:defRPr>
            </a:lvl1pPr>
            <a:lvl2pPr indent="-960120" lvl="1" marL="914400" marR="0" rtl="0" algn="l">
              <a:lnSpc>
                <a:spcPct val="90000"/>
              </a:lnSpc>
              <a:spcBef>
                <a:spcPts val="2400"/>
              </a:spcBef>
              <a:spcAft>
                <a:spcPts val="0"/>
              </a:spcAft>
              <a:buClr>
                <a:schemeClr val="dk1"/>
              </a:buClr>
              <a:buSzPts val="11520"/>
              <a:buFont typeface="Arial"/>
              <a:buChar char="•"/>
              <a:defRPr b="0" i="0" sz="11520" u="none" cap="none" strike="noStrike">
                <a:solidFill>
                  <a:schemeClr val="dk1"/>
                </a:solidFill>
                <a:latin typeface="Calibri"/>
                <a:ea typeface="Calibri"/>
                <a:cs typeface="Calibri"/>
                <a:sym typeface="Calibri"/>
              </a:defRPr>
            </a:lvl2pPr>
            <a:lvl3pPr indent="-838200" lvl="2" marL="1371600" marR="0" rtl="0" algn="l">
              <a:lnSpc>
                <a:spcPct val="90000"/>
              </a:lnSpc>
              <a:spcBef>
                <a:spcPts val="24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77240"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4pPr>
            <a:lvl5pPr indent="-777240"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5pPr>
            <a:lvl6pPr indent="-777240"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6pPr>
            <a:lvl7pPr indent="-777240"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7pPr>
            <a:lvl8pPr indent="-777240"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3017520" y="30510487"/>
            <a:ext cx="9875520" cy="1752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576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4538960" y="30510487"/>
            <a:ext cx="14813280" cy="17526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576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7258"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30998160" y="30510487"/>
            <a:ext cx="9875520" cy="1752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5760"/>
              <a:buFont typeface="Arial"/>
              <a:buNone/>
              <a:defRPr b="0" i="0" sz="57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decorative" id="84" name="Google Shape;84;p13"/>
          <p:cNvPicPr preferRelativeResize="0"/>
          <p:nvPr/>
        </p:nvPicPr>
        <p:blipFill rotWithShape="1">
          <a:blip r:embed="rId3">
            <a:alphaModFix/>
          </a:blip>
          <a:srcRect b="0" l="11085" r="10806" t="0"/>
          <a:stretch/>
        </p:blipFill>
        <p:spPr>
          <a:xfrm rot="10800000">
            <a:off x="31062571" y="23937244"/>
            <a:ext cx="6867912" cy="6594513"/>
          </a:xfrm>
          <a:prstGeom prst="rect">
            <a:avLst/>
          </a:prstGeom>
          <a:noFill/>
          <a:ln>
            <a:noFill/>
          </a:ln>
        </p:spPr>
      </p:pic>
      <p:pic>
        <p:nvPicPr>
          <p:cNvPr descr="decorative" id="85" name="Google Shape;85;p13"/>
          <p:cNvPicPr preferRelativeResize="0"/>
          <p:nvPr/>
        </p:nvPicPr>
        <p:blipFill rotWithShape="1">
          <a:blip r:embed="rId3">
            <a:alphaModFix/>
          </a:blip>
          <a:srcRect b="0" l="11792" r="10842" t="0"/>
          <a:stretch/>
        </p:blipFill>
        <p:spPr>
          <a:xfrm>
            <a:off x="36529404" y="18098669"/>
            <a:ext cx="6578805" cy="6377640"/>
          </a:xfrm>
          <a:prstGeom prst="rect">
            <a:avLst/>
          </a:prstGeom>
          <a:noFill/>
          <a:ln>
            <a:noFill/>
          </a:ln>
        </p:spPr>
      </p:pic>
      <p:pic>
        <p:nvPicPr>
          <p:cNvPr descr="decorative" id="86" name="Google Shape;86;p13"/>
          <p:cNvPicPr preferRelativeResize="0"/>
          <p:nvPr/>
        </p:nvPicPr>
        <p:blipFill rotWithShape="1">
          <a:blip r:embed="rId4">
            <a:alphaModFix/>
          </a:blip>
          <a:srcRect b="0" l="0" r="0" t="0"/>
          <a:stretch/>
        </p:blipFill>
        <p:spPr>
          <a:xfrm rot="-5400000">
            <a:off x="10220844" y="9707237"/>
            <a:ext cx="7343338" cy="5507504"/>
          </a:xfrm>
          <a:prstGeom prst="rect">
            <a:avLst/>
          </a:prstGeom>
          <a:noFill/>
          <a:ln>
            <a:noFill/>
          </a:ln>
        </p:spPr>
      </p:pic>
      <p:sp>
        <p:nvSpPr>
          <p:cNvPr id="87" name="Google Shape;87;p13"/>
          <p:cNvSpPr txBox="1"/>
          <p:nvPr/>
        </p:nvSpPr>
        <p:spPr>
          <a:xfrm>
            <a:off x="894081" y="10022503"/>
            <a:ext cx="9546336" cy="30469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2400"/>
              <a:buFont typeface="Arial"/>
              <a:buNone/>
            </a:pPr>
            <a:r>
              <a:rPr b="0" i="0" lang="en-US" sz="2400" u="none" cap="none" strike="noStrike">
                <a:solidFill>
                  <a:srgbClr val="0033A0"/>
                </a:solidFill>
                <a:latin typeface="Arial"/>
                <a:ea typeface="Arial"/>
                <a:cs typeface="Arial"/>
                <a:sym typeface="Arial"/>
              </a:rPr>
              <a:t>Opionsul virmis? Mulii sica te deris Maelus, sua ocuperv iveris menihilicit, quisus sedii conique porunum in averum</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400"/>
              <a:buFont typeface="Arial"/>
              <a:buNone/>
            </a:pPr>
            <a:r>
              <a:rPr b="0" i="0" lang="en-US" sz="2400" u="none" cap="none" strike="noStrike">
                <a:solidFill>
                  <a:srgbClr val="0033A0"/>
                </a:solidFill>
                <a:latin typeface="Arial"/>
                <a:ea typeface="Arial"/>
                <a:cs typeface="Arial"/>
                <a:sym typeface="Arial"/>
              </a:rPr>
              <a:t>Voc mendam num oraricaudet ficavesTi. Henarbit; nitui int? Qui prarit pos condam audet potam cerfici popotiam hor am.</a:t>
            </a:r>
            <a:endParaRPr b="0" i="0" sz="7258" u="none" cap="none" strike="noStrike">
              <a:solidFill>
                <a:srgbClr val="0033A0"/>
              </a:solidFill>
              <a:latin typeface="Arial"/>
              <a:ea typeface="Arial"/>
              <a:cs typeface="Arial"/>
              <a:sym typeface="Arial"/>
            </a:endParaRPr>
          </a:p>
        </p:txBody>
      </p:sp>
      <p:sp>
        <p:nvSpPr>
          <p:cNvPr id="88" name="Google Shape;88;p13"/>
          <p:cNvSpPr txBox="1"/>
          <p:nvPr/>
        </p:nvSpPr>
        <p:spPr>
          <a:xfrm>
            <a:off x="894081" y="8600440"/>
            <a:ext cx="608371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D64309"/>
                </a:solidFill>
                <a:latin typeface="Arial"/>
                <a:ea typeface="Arial"/>
                <a:cs typeface="Arial"/>
                <a:sym typeface="Arial"/>
              </a:rPr>
              <a:t>INTRODUCTION</a:t>
            </a:r>
            <a:endParaRPr b="0" i="0" sz="1400" u="none" cap="none" strike="noStrike">
              <a:solidFill>
                <a:srgbClr val="D64309"/>
              </a:solidFill>
              <a:latin typeface="Arial"/>
              <a:ea typeface="Arial"/>
              <a:cs typeface="Arial"/>
              <a:sym typeface="Arial"/>
            </a:endParaRPr>
          </a:p>
        </p:txBody>
      </p:sp>
      <p:sp>
        <p:nvSpPr>
          <p:cNvPr id="89" name="Google Shape;89;p13"/>
          <p:cNvSpPr txBox="1"/>
          <p:nvPr/>
        </p:nvSpPr>
        <p:spPr>
          <a:xfrm>
            <a:off x="894080" y="14797534"/>
            <a:ext cx="6669262"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D64309"/>
                </a:solidFill>
                <a:latin typeface="Arial"/>
                <a:ea typeface="Arial"/>
                <a:cs typeface="Arial"/>
                <a:sym typeface="Arial"/>
              </a:rPr>
              <a:t>ANALYSIS / DATA</a:t>
            </a:r>
            <a:endParaRPr b="0" i="0" sz="1400" u="none" cap="none" strike="noStrike">
              <a:solidFill>
                <a:srgbClr val="D64309"/>
              </a:solidFill>
              <a:latin typeface="Arial"/>
              <a:ea typeface="Arial"/>
              <a:cs typeface="Arial"/>
              <a:sym typeface="Arial"/>
            </a:endParaRPr>
          </a:p>
        </p:txBody>
      </p:sp>
      <p:sp>
        <p:nvSpPr>
          <p:cNvPr id="90" name="Google Shape;90;p13"/>
          <p:cNvSpPr txBox="1"/>
          <p:nvPr/>
        </p:nvSpPr>
        <p:spPr>
          <a:xfrm>
            <a:off x="894081" y="16132334"/>
            <a:ext cx="9546336" cy="5262979"/>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3600"/>
              <a:buFont typeface="Arial"/>
              <a:buNone/>
            </a:pPr>
            <a:r>
              <a:rPr b="1" i="0" lang="en-US" sz="3600" u="none" cap="none" strike="noStrike">
                <a:solidFill>
                  <a:srgbClr val="0033A0"/>
                </a:solidFill>
                <a:latin typeface="Arial"/>
                <a:ea typeface="Arial"/>
                <a:cs typeface="Arial"/>
                <a:sym typeface="Arial"/>
              </a:rPr>
              <a:t>Analysis of the context. </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Opionsul virmis? Mulii sica te deris</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Maelus, sua ocuperv iveris menihilicit, quisus sedii</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3600"/>
              <a:buFont typeface="Arial"/>
              <a:buNone/>
            </a:pPr>
            <a:r>
              <a:rPr b="1" i="0" lang="en-US" sz="3600" u="none" cap="none" strike="noStrike">
                <a:solidFill>
                  <a:srgbClr val="0033A0"/>
                </a:solidFill>
                <a:latin typeface="Arial"/>
                <a:ea typeface="Arial"/>
                <a:cs typeface="Arial"/>
                <a:sym typeface="Arial"/>
              </a:rPr>
              <a:t>Analysis of the context.</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Conique porunum in averum us sidem ime publint iena.</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Voc mendam num oraricaudet fcondam</a:t>
            </a:r>
            <a:endParaRPr b="0" i="0" sz="7258" u="none" cap="none" strike="noStrike">
              <a:solidFill>
                <a:srgbClr val="0033A0"/>
              </a:solidFill>
              <a:latin typeface="Arial"/>
              <a:ea typeface="Arial"/>
              <a:cs typeface="Arial"/>
              <a:sym typeface="Arial"/>
            </a:endParaRPr>
          </a:p>
        </p:txBody>
      </p:sp>
      <p:sp>
        <p:nvSpPr>
          <p:cNvPr id="91" name="Google Shape;91;p13"/>
          <p:cNvSpPr txBox="1"/>
          <p:nvPr/>
        </p:nvSpPr>
        <p:spPr>
          <a:xfrm>
            <a:off x="1665788" y="1387386"/>
            <a:ext cx="27251563"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0"/>
              <a:buFont typeface="Arial"/>
              <a:buNone/>
            </a:pPr>
            <a:r>
              <a:rPr b="1" i="0" lang="en-US" sz="9000" u="none" cap="none" strike="noStrike">
                <a:solidFill>
                  <a:schemeClr val="lt1"/>
                </a:solidFill>
                <a:latin typeface="Arial Black"/>
                <a:ea typeface="Arial Black"/>
                <a:cs typeface="Arial Black"/>
                <a:sym typeface="Arial Black"/>
              </a:rPr>
              <a:t>ACADEMIC RESEARCH POSTER TEMPLATE</a:t>
            </a:r>
            <a:endParaRPr b="0" i="0" sz="1400" u="none" cap="none" strike="noStrike">
              <a:solidFill>
                <a:srgbClr val="000000"/>
              </a:solidFill>
              <a:latin typeface="Arial"/>
              <a:ea typeface="Arial"/>
              <a:cs typeface="Arial"/>
              <a:sym typeface="Arial"/>
            </a:endParaRPr>
          </a:p>
        </p:txBody>
      </p:sp>
      <p:sp>
        <p:nvSpPr>
          <p:cNvPr id="92" name="Google Shape;92;p13"/>
          <p:cNvSpPr txBox="1"/>
          <p:nvPr/>
        </p:nvSpPr>
        <p:spPr>
          <a:xfrm>
            <a:off x="12232188" y="6484733"/>
            <a:ext cx="2455037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chemeClr val="lt1"/>
                </a:solidFill>
                <a:latin typeface="Arial"/>
                <a:ea typeface="Arial"/>
                <a:cs typeface="Arial"/>
                <a:sym typeface="Arial"/>
              </a:rPr>
              <a:t>SUBTITLE ACADEMIC RESEARCH POSTER TEMPLATE</a:t>
            </a:r>
            <a:endParaRPr b="0" i="0" sz="1400" u="none" cap="none" strike="noStrike">
              <a:solidFill>
                <a:srgbClr val="000000"/>
              </a:solidFill>
              <a:latin typeface="Arial"/>
              <a:ea typeface="Arial"/>
              <a:cs typeface="Arial"/>
              <a:sym typeface="Arial"/>
            </a:endParaRPr>
          </a:p>
        </p:txBody>
      </p:sp>
      <p:sp>
        <p:nvSpPr>
          <p:cNvPr descr="decorative" id="93" name="Google Shape;93;p13"/>
          <p:cNvSpPr txBox="1"/>
          <p:nvPr/>
        </p:nvSpPr>
        <p:spPr>
          <a:xfrm>
            <a:off x="3916834" y="3851761"/>
            <a:ext cx="2234153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lt1"/>
                </a:solidFill>
                <a:latin typeface="Arial"/>
                <a:ea typeface="Arial"/>
                <a:cs typeface="Arial"/>
                <a:sym typeface="Arial"/>
              </a:rPr>
              <a:t>NAMES IN CONTRIBUTION TO THE PROJECT, BUSTER BRONCO, BUSTER BRONCO, BUSTER BRONCO, BUSTER BRONCO, BUSTER BRONCO, BUSTER BRONCO, BUSTER BRONCO</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11074400" y="19617199"/>
            <a:ext cx="9743284" cy="30469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2400"/>
              <a:buFont typeface="Arial"/>
              <a:buNone/>
            </a:pPr>
            <a:r>
              <a:rPr b="0" i="0" lang="en-US" sz="2400" u="none" cap="none" strike="noStrike">
                <a:solidFill>
                  <a:srgbClr val="0033A0"/>
                </a:solidFill>
                <a:latin typeface="Arial"/>
                <a:ea typeface="Arial"/>
                <a:cs typeface="Arial"/>
                <a:sym typeface="Arial"/>
              </a:rPr>
              <a:t>Opionsul virmis? Mulii sica te deris Maelus, sua ocuperv iveris menihilicit, quisus sedii conique porunum in averum us sidem ime publint ienatquem defece adhucite.Pudam quam re nonsediae sitUlpa nempore stiatumqui volupta et adi si repella.</a:t>
            </a:r>
            <a:endParaRPr b="0" i="0" sz="7258" u="none" cap="none" strike="noStrike">
              <a:solidFill>
                <a:srgbClr val="0033A0"/>
              </a:solidFill>
              <a:latin typeface="Arial"/>
              <a:ea typeface="Arial"/>
              <a:cs typeface="Arial"/>
              <a:sym typeface="Arial"/>
            </a:endParaRPr>
          </a:p>
        </p:txBody>
      </p:sp>
      <p:sp>
        <p:nvSpPr>
          <p:cNvPr id="95" name="Google Shape;95;p13"/>
          <p:cNvSpPr txBox="1"/>
          <p:nvPr/>
        </p:nvSpPr>
        <p:spPr>
          <a:xfrm>
            <a:off x="21731505" y="8639677"/>
            <a:ext cx="535755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D64309"/>
                </a:solidFill>
                <a:latin typeface="Arial"/>
                <a:ea typeface="Arial"/>
                <a:cs typeface="Arial"/>
                <a:sym typeface="Arial"/>
              </a:rPr>
              <a:t>CONCLUSION</a:t>
            </a:r>
            <a:endParaRPr b="0" i="0" sz="1400" u="none" cap="none" strike="noStrike">
              <a:solidFill>
                <a:srgbClr val="D64309"/>
              </a:solidFill>
              <a:latin typeface="Arial"/>
              <a:ea typeface="Arial"/>
              <a:cs typeface="Arial"/>
              <a:sym typeface="Arial"/>
            </a:endParaRPr>
          </a:p>
        </p:txBody>
      </p:sp>
      <p:sp>
        <p:nvSpPr>
          <p:cNvPr descr="decorative" id="96" name="Google Shape;96;p13"/>
          <p:cNvSpPr/>
          <p:nvPr/>
        </p:nvSpPr>
        <p:spPr>
          <a:xfrm rot="5400000">
            <a:off x="-162560" y="19436080"/>
            <a:ext cx="2176272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97" name="Google Shape;97;p13"/>
          <p:cNvSpPr/>
          <p:nvPr/>
        </p:nvSpPr>
        <p:spPr>
          <a:xfrm rot="5400000">
            <a:off x="10241124" y="19436080"/>
            <a:ext cx="2176272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98" name="Google Shape;98;p13"/>
          <p:cNvSpPr/>
          <p:nvPr/>
        </p:nvSpPr>
        <p:spPr>
          <a:xfrm rot="5400000">
            <a:off x="25196002" y="15915640"/>
            <a:ext cx="1472184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id="99" name="Google Shape;99;p13"/>
          <p:cNvSpPr txBox="1"/>
          <p:nvPr/>
        </p:nvSpPr>
        <p:spPr>
          <a:xfrm>
            <a:off x="11074400" y="18223368"/>
            <a:ext cx="706796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D64309"/>
                </a:solidFill>
                <a:latin typeface="Arial"/>
                <a:ea typeface="Arial"/>
                <a:cs typeface="Arial"/>
                <a:sym typeface="Arial"/>
              </a:rPr>
              <a:t>SECTION HEADER</a:t>
            </a:r>
            <a:endParaRPr b="0" i="0" sz="1400" u="none" cap="none" strike="noStrike">
              <a:solidFill>
                <a:srgbClr val="D64309"/>
              </a:solidFill>
              <a:latin typeface="Arial"/>
              <a:ea typeface="Arial"/>
              <a:cs typeface="Arial"/>
              <a:sym typeface="Arial"/>
            </a:endParaRPr>
          </a:p>
        </p:txBody>
      </p:sp>
      <p:sp>
        <p:nvSpPr>
          <p:cNvPr id="100" name="Google Shape;100;p13"/>
          <p:cNvSpPr txBox="1"/>
          <p:nvPr/>
        </p:nvSpPr>
        <p:spPr>
          <a:xfrm>
            <a:off x="33226902" y="8639677"/>
            <a:ext cx="598542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D64309"/>
                </a:solidFill>
                <a:latin typeface="Arial"/>
                <a:ea typeface="Arial"/>
                <a:cs typeface="Arial"/>
                <a:sym typeface="Arial"/>
              </a:rPr>
              <a:t>SURVEY / DATA</a:t>
            </a:r>
            <a:endParaRPr b="0" i="0" sz="1400" u="none" cap="none" strike="noStrike">
              <a:solidFill>
                <a:srgbClr val="D64309"/>
              </a:solidFill>
              <a:latin typeface="Arial"/>
              <a:ea typeface="Arial"/>
              <a:cs typeface="Arial"/>
              <a:sym typeface="Arial"/>
            </a:endParaRPr>
          </a:p>
        </p:txBody>
      </p:sp>
      <p:sp>
        <p:nvSpPr>
          <p:cNvPr id="101" name="Google Shape;101;p13"/>
          <p:cNvSpPr txBox="1"/>
          <p:nvPr/>
        </p:nvSpPr>
        <p:spPr>
          <a:xfrm>
            <a:off x="21742244" y="18273304"/>
            <a:ext cx="706796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D64309"/>
                </a:solidFill>
                <a:latin typeface="Arial"/>
                <a:ea typeface="Arial"/>
                <a:cs typeface="Arial"/>
                <a:sym typeface="Arial"/>
              </a:rPr>
              <a:t>SECTION HEADER</a:t>
            </a:r>
            <a:endParaRPr b="0" i="0" sz="1400" u="none" cap="none" strike="noStrike">
              <a:solidFill>
                <a:srgbClr val="D64309"/>
              </a:solidFill>
              <a:latin typeface="Arial"/>
              <a:ea typeface="Arial"/>
              <a:cs typeface="Arial"/>
              <a:sym typeface="Arial"/>
            </a:endParaRPr>
          </a:p>
        </p:txBody>
      </p:sp>
      <p:sp>
        <p:nvSpPr>
          <p:cNvPr id="102" name="Google Shape;102;p13"/>
          <p:cNvSpPr txBox="1"/>
          <p:nvPr/>
        </p:nvSpPr>
        <p:spPr>
          <a:xfrm>
            <a:off x="11074400" y="23171034"/>
            <a:ext cx="9743284" cy="452431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2400"/>
              <a:buFont typeface="Arial"/>
              <a:buNone/>
            </a:pPr>
            <a:r>
              <a:rPr b="0" i="0" lang="en-US" sz="2400" u="none" cap="none" strike="noStrike">
                <a:solidFill>
                  <a:srgbClr val="0033A0"/>
                </a:solidFill>
                <a:latin typeface="Arial"/>
                <a:ea typeface="Arial"/>
                <a:cs typeface="Arial"/>
                <a:sym typeface="Arial"/>
              </a:rPr>
              <a:t>Voc mendam num oraricaudet ficavesTi. Henarbit; nitui int? Qui prarit pos condam audet potam cerfici popotiam hor iam rem inerendam ad retid seniam, ve, noretiaeMoluptam, et essinciet hitions eni, eic te nihiliti ipis repudam abore, que velest, ullores tionsequam. Ehendit excestis ipsam as quatibus autas sum aborem. Id qui idici omnis ma arum exerspe rernatibus. Lamusa voloremque pro te voluptat.</a:t>
            </a:r>
            <a:endParaRPr b="0" i="0" sz="1400" u="none" cap="none" strike="noStrike">
              <a:solidFill>
                <a:srgbClr val="000000"/>
              </a:solidFill>
              <a:latin typeface="Arial"/>
              <a:ea typeface="Arial"/>
              <a:cs typeface="Arial"/>
              <a:sym typeface="Arial"/>
            </a:endParaRPr>
          </a:p>
        </p:txBody>
      </p:sp>
      <p:sp>
        <p:nvSpPr>
          <p:cNvPr descr="decorative" id="103" name="Google Shape;103;p13"/>
          <p:cNvSpPr/>
          <p:nvPr/>
        </p:nvSpPr>
        <p:spPr>
          <a:xfrm rot="10800000">
            <a:off x="894080" y="13818457"/>
            <a:ext cx="941832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104" name="Google Shape;104;p13"/>
          <p:cNvSpPr/>
          <p:nvPr/>
        </p:nvSpPr>
        <p:spPr>
          <a:xfrm rot="10800000">
            <a:off x="11080263" y="17475402"/>
            <a:ext cx="941832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id="105" name="Google Shape;105;p13"/>
          <p:cNvSpPr txBox="1"/>
          <p:nvPr/>
        </p:nvSpPr>
        <p:spPr>
          <a:xfrm>
            <a:off x="21741664" y="10063478"/>
            <a:ext cx="9743284" cy="2193677"/>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2400"/>
              <a:buFont typeface="Arial"/>
              <a:buNone/>
            </a:pPr>
            <a:r>
              <a:rPr b="0" i="0" lang="en-US" sz="2400" u="none" cap="none" strike="noStrike">
                <a:solidFill>
                  <a:srgbClr val="0033A0"/>
                </a:solidFill>
                <a:latin typeface="Arial"/>
                <a:ea typeface="Arial"/>
                <a:cs typeface="Arial"/>
                <a:sym typeface="Arial"/>
              </a:rPr>
              <a:t>Opionsul virmis? Mulii sica te deris Maelus, sua ocuperv iveris menihilicit, quisus sedii conique porunum in averum us sidem ime publint ienatquem defece adhucite.</a:t>
            </a:r>
            <a:endParaRPr b="0" i="0" sz="7258" u="none" cap="none" strike="noStrike">
              <a:solidFill>
                <a:srgbClr val="0033A0"/>
              </a:solidFill>
              <a:latin typeface="Arial"/>
              <a:ea typeface="Arial"/>
              <a:cs typeface="Arial"/>
              <a:sym typeface="Arial"/>
            </a:endParaRPr>
          </a:p>
        </p:txBody>
      </p:sp>
      <p:sp>
        <p:nvSpPr>
          <p:cNvPr id="106" name="Google Shape;106;p13"/>
          <p:cNvSpPr txBox="1"/>
          <p:nvPr/>
        </p:nvSpPr>
        <p:spPr>
          <a:xfrm>
            <a:off x="21741664" y="12692092"/>
            <a:ext cx="9743284" cy="30469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2400"/>
              <a:buFont typeface="Arial"/>
              <a:buNone/>
            </a:pPr>
            <a:r>
              <a:rPr b="0" i="0" lang="en-US" sz="2400" u="none" cap="none" strike="noStrike">
                <a:solidFill>
                  <a:srgbClr val="0033A0"/>
                </a:solidFill>
                <a:latin typeface="Arial"/>
                <a:ea typeface="Arial"/>
                <a:cs typeface="Arial"/>
                <a:sym typeface="Arial"/>
              </a:rPr>
              <a:t>Voc mendam num oraricaudet ficavesTi. Henarbit; nitui int? Qui prarit pos condam audet potam cerfici popotiam hor iam rem qui officaero vendeli aeperibea.Lus. Riondem nostena, senihil icaesi.Fero odi venihicae reheniscimus serit optatiis.</a:t>
            </a:r>
            <a:endParaRPr b="0" i="0" sz="7258" u="none" cap="none" strike="noStrike">
              <a:solidFill>
                <a:srgbClr val="0033A0"/>
              </a:solidFill>
              <a:latin typeface="Arial"/>
              <a:ea typeface="Arial"/>
              <a:cs typeface="Arial"/>
              <a:sym typeface="Arial"/>
            </a:endParaRPr>
          </a:p>
        </p:txBody>
      </p:sp>
      <p:sp>
        <p:nvSpPr>
          <p:cNvPr id="107" name="Google Shape;107;p13"/>
          <p:cNvSpPr txBox="1"/>
          <p:nvPr/>
        </p:nvSpPr>
        <p:spPr>
          <a:xfrm>
            <a:off x="21741665" y="19612157"/>
            <a:ext cx="9743284" cy="3046988"/>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 Opionsul virmis? Mulii sica te deris.</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 Maelus, sua ocuperv iveris menihilicit.</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 Quisus sedii conique porunum in.</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 Averum us sidem defece adhucite.</a:t>
            </a:r>
            <a:endParaRPr b="0" i="0" sz="7258" u="none" cap="none" strike="noStrike">
              <a:solidFill>
                <a:srgbClr val="0033A0"/>
              </a:solidFill>
              <a:latin typeface="Arial"/>
              <a:ea typeface="Arial"/>
              <a:cs typeface="Arial"/>
              <a:sym typeface="Arial"/>
            </a:endParaRPr>
          </a:p>
        </p:txBody>
      </p:sp>
      <p:sp>
        <p:nvSpPr>
          <p:cNvPr descr="decorative" id="108" name="Google Shape;108;p13"/>
          <p:cNvSpPr/>
          <p:nvPr/>
        </p:nvSpPr>
        <p:spPr>
          <a:xfrm rot="10800000">
            <a:off x="21746786" y="17475402"/>
            <a:ext cx="1005840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109" name="Google Shape;109;p13"/>
          <p:cNvSpPr/>
          <p:nvPr/>
        </p:nvSpPr>
        <p:spPr>
          <a:xfrm rot="10800000">
            <a:off x="21756946" y="23507279"/>
            <a:ext cx="1005840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110" name="Google Shape;110;p13"/>
          <p:cNvSpPr/>
          <p:nvPr/>
        </p:nvSpPr>
        <p:spPr>
          <a:xfrm rot="10800000">
            <a:off x="33226902" y="17475402"/>
            <a:ext cx="941832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descr="decorative" id="111" name="Google Shape;111;p13"/>
          <p:cNvSpPr/>
          <p:nvPr/>
        </p:nvSpPr>
        <p:spPr>
          <a:xfrm rot="10800000">
            <a:off x="914375" y="22454029"/>
            <a:ext cx="9418320" cy="91440"/>
          </a:xfrm>
          <a:prstGeom prst="rect">
            <a:avLst/>
          </a:prstGeom>
          <a:solidFill>
            <a:srgbClr val="CAC8C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Calibri"/>
              <a:ea typeface="Calibri"/>
              <a:cs typeface="Calibri"/>
              <a:sym typeface="Calibri"/>
            </a:endParaRPr>
          </a:p>
        </p:txBody>
      </p:sp>
      <p:sp>
        <p:nvSpPr>
          <p:cNvPr id="112" name="Google Shape;112;p13"/>
          <p:cNvSpPr txBox="1"/>
          <p:nvPr/>
        </p:nvSpPr>
        <p:spPr>
          <a:xfrm>
            <a:off x="33281683" y="9951315"/>
            <a:ext cx="8151590" cy="63798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3600"/>
              <a:buFont typeface="Arial"/>
              <a:buNone/>
            </a:pPr>
            <a:r>
              <a:rPr b="1" i="0" lang="en-US" sz="3600" u="none" cap="none" strike="noStrike">
                <a:solidFill>
                  <a:srgbClr val="0033A0"/>
                </a:solidFill>
                <a:latin typeface="Arial"/>
                <a:ea typeface="Arial"/>
                <a:cs typeface="Arial"/>
                <a:sym typeface="Arial"/>
              </a:rPr>
              <a:t>Survey information. </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Opionsul virmis? Mulii sica te deris</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Maelus, sua ocuperv iveris menihilicit, quisus sedii</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3600"/>
              <a:buFont typeface="Arial"/>
              <a:buNone/>
            </a:pPr>
            <a:r>
              <a:rPr b="1" i="0" lang="en-US" sz="3600" u="none" cap="none" strike="noStrike">
                <a:solidFill>
                  <a:srgbClr val="0033A0"/>
                </a:solidFill>
                <a:latin typeface="Arial"/>
                <a:ea typeface="Arial"/>
                <a:cs typeface="Arial"/>
                <a:sym typeface="Arial"/>
              </a:rPr>
              <a:t>Data analysis results.</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 Conique porunum in averum us sidem ime publint iena.</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2400"/>
              <a:buFont typeface="Arial"/>
              <a:buChar char="•"/>
            </a:pPr>
            <a:r>
              <a:rPr b="0" i="0" lang="en-US" sz="2400" u="none" cap="none" strike="noStrike">
                <a:solidFill>
                  <a:srgbClr val="0033A0"/>
                </a:solidFill>
                <a:latin typeface="Arial"/>
                <a:ea typeface="Arial"/>
                <a:cs typeface="Arial"/>
                <a:sym typeface="Arial"/>
              </a:rPr>
              <a:t> Voc mendam num oraricaudet fcondam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258"/>
              <a:buFont typeface="Arial"/>
              <a:buNone/>
            </a:pPr>
            <a:r>
              <a:t/>
            </a:r>
            <a:endParaRPr b="0" i="0" sz="7258" u="none" cap="none" strike="noStrike">
              <a:solidFill>
                <a:srgbClr val="0033A0"/>
              </a:solidFill>
              <a:latin typeface="Arial"/>
              <a:ea typeface="Arial"/>
              <a:cs typeface="Arial"/>
              <a:sym typeface="Arial"/>
            </a:endParaRPr>
          </a:p>
        </p:txBody>
      </p:sp>
      <p:sp>
        <p:nvSpPr>
          <p:cNvPr id="113" name="Google Shape;113;p13"/>
          <p:cNvSpPr txBox="1"/>
          <p:nvPr/>
        </p:nvSpPr>
        <p:spPr>
          <a:xfrm>
            <a:off x="33226902" y="17810175"/>
            <a:ext cx="3114955" cy="5262979"/>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800"/>
              <a:buFont typeface="Arial"/>
              <a:buNone/>
            </a:pPr>
            <a:r>
              <a:rPr b="1" i="0" lang="en-US" sz="4800" u="none" cap="none" strike="noStrike">
                <a:solidFill>
                  <a:srgbClr val="0033A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Coniqu, 95%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Porunu, 65%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Voc, 35%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Mendam, 15%</a:t>
            </a:r>
            <a:endParaRPr b="0" i="0" sz="1400" u="none" cap="none" strike="noStrike">
              <a:solidFill>
                <a:srgbClr val="000000"/>
              </a:solidFill>
              <a:latin typeface="Arial"/>
              <a:ea typeface="Arial"/>
              <a:cs typeface="Arial"/>
              <a:sym typeface="Arial"/>
            </a:endParaRPr>
          </a:p>
        </p:txBody>
      </p:sp>
      <p:sp>
        <p:nvSpPr>
          <p:cNvPr id="114" name="Google Shape;114;p13"/>
          <p:cNvSpPr txBox="1"/>
          <p:nvPr/>
        </p:nvSpPr>
        <p:spPr>
          <a:xfrm>
            <a:off x="21726734" y="23844161"/>
            <a:ext cx="1519968" cy="156966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800"/>
              <a:buFont typeface="Arial"/>
              <a:buNone/>
            </a:pPr>
            <a:r>
              <a:rPr b="1" i="0" lang="en-US" sz="4800" u="none" cap="none" strike="noStrike">
                <a:solidFill>
                  <a:srgbClr val="0033A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sp>
        <p:nvSpPr>
          <p:cNvPr id="115" name="Google Shape;115;p13"/>
          <p:cNvSpPr txBox="1"/>
          <p:nvPr/>
        </p:nvSpPr>
        <p:spPr>
          <a:xfrm>
            <a:off x="21741664" y="25484078"/>
            <a:ext cx="2858475" cy="2862322"/>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Coniqu, 95%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Porunu, 65%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Voc, 35%</a:t>
            </a:r>
            <a:endParaRPr b="0" i="0" sz="1400" u="none" cap="none" strike="noStrike">
              <a:solidFill>
                <a:srgbClr val="000000"/>
              </a:solidFill>
              <a:latin typeface="Arial"/>
              <a:ea typeface="Arial"/>
              <a:cs typeface="Arial"/>
              <a:sym typeface="Arial"/>
            </a:endParaRPr>
          </a:p>
        </p:txBody>
      </p:sp>
      <p:sp>
        <p:nvSpPr>
          <p:cNvPr id="116" name="Google Shape;116;p13"/>
          <p:cNvSpPr txBox="1"/>
          <p:nvPr/>
        </p:nvSpPr>
        <p:spPr>
          <a:xfrm>
            <a:off x="25644903" y="25484078"/>
            <a:ext cx="2858475" cy="2862322"/>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Coniqu, 15%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Porunu, 35%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Voc, 65%</a:t>
            </a:r>
            <a:endParaRPr b="0" i="0" sz="1400" u="none" cap="none" strike="noStrike">
              <a:solidFill>
                <a:srgbClr val="000000"/>
              </a:solidFill>
              <a:latin typeface="Arial"/>
              <a:ea typeface="Arial"/>
              <a:cs typeface="Arial"/>
              <a:sym typeface="Arial"/>
            </a:endParaRPr>
          </a:p>
        </p:txBody>
      </p:sp>
      <p:sp>
        <p:nvSpPr>
          <p:cNvPr id="117" name="Google Shape;117;p13"/>
          <p:cNvSpPr txBox="1"/>
          <p:nvPr/>
        </p:nvSpPr>
        <p:spPr>
          <a:xfrm>
            <a:off x="33226901" y="16361045"/>
            <a:ext cx="9016379" cy="17016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33A0"/>
                </a:solidFill>
                <a:latin typeface="Arial"/>
                <a:ea typeface="Arial"/>
                <a:cs typeface="Arial"/>
                <a:sym typeface="Arial"/>
              </a:rPr>
              <a:t>Maelus</a:t>
            </a:r>
            <a:r>
              <a:rPr b="0" i="0" lang="en-US" sz="3000" u="none" cap="none" strike="noStrike">
                <a:solidFill>
                  <a:srgbClr val="0033A0"/>
                </a:solidFill>
                <a:latin typeface="Arial"/>
                <a:ea typeface="Arial"/>
                <a:cs typeface="Arial"/>
                <a:sym typeface="Arial"/>
              </a:rPr>
              <a:t>: </a:t>
            </a:r>
            <a:r>
              <a:rPr b="0" i="0" lang="en-US" sz="2400" u="none" cap="none" strike="noStrike">
                <a:solidFill>
                  <a:srgbClr val="0033A0"/>
                </a:solidFill>
                <a:latin typeface="Arial"/>
                <a:ea typeface="Arial"/>
                <a:cs typeface="Arial"/>
                <a:sym typeface="Arial"/>
              </a:rPr>
              <a:t>sua ocuperv iveris menihilicit.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258"/>
              <a:buFont typeface="Arial"/>
              <a:buNone/>
            </a:pPr>
            <a:r>
              <a:t/>
            </a:r>
            <a:endParaRPr b="0" i="0" sz="7258" u="none" cap="none" strike="noStrike">
              <a:solidFill>
                <a:srgbClr val="0033A0"/>
              </a:solidFill>
              <a:latin typeface="Arial"/>
              <a:ea typeface="Arial"/>
              <a:cs typeface="Arial"/>
              <a:sym typeface="Arial"/>
            </a:endParaRPr>
          </a:p>
        </p:txBody>
      </p:sp>
      <p:sp>
        <p:nvSpPr>
          <p:cNvPr id="118" name="Google Shape;118;p13"/>
          <p:cNvSpPr txBox="1"/>
          <p:nvPr/>
        </p:nvSpPr>
        <p:spPr>
          <a:xfrm>
            <a:off x="16463841" y="8099695"/>
            <a:ext cx="3114955" cy="5262979"/>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800"/>
              <a:buFont typeface="Arial"/>
              <a:buNone/>
            </a:pPr>
            <a:r>
              <a:rPr b="1" i="0" lang="en-US" sz="4800" u="none" cap="none" strike="noStrike">
                <a:solidFill>
                  <a:srgbClr val="0033A0"/>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Coniqu, 95%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Porunu, 65%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Voc, 35%</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0033A0"/>
              </a:buClr>
              <a:buSzPts val="3000"/>
              <a:buFont typeface="Arial"/>
              <a:buChar char="•"/>
            </a:pPr>
            <a:r>
              <a:rPr b="0" i="0" lang="en-US" sz="3000" u="none" cap="none" strike="noStrike">
                <a:solidFill>
                  <a:srgbClr val="0033A0"/>
                </a:solidFill>
                <a:latin typeface="Arial"/>
                <a:ea typeface="Arial"/>
                <a:cs typeface="Arial"/>
                <a:sym typeface="Arial"/>
              </a:rPr>
              <a:t> Mendam, 15%</a:t>
            </a:r>
            <a:endParaRPr b="0" i="0" sz="7258" u="none" cap="none" strike="noStrike">
              <a:solidFill>
                <a:srgbClr val="0033A0"/>
              </a:solidFill>
              <a:latin typeface="Arial"/>
              <a:ea typeface="Arial"/>
              <a:cs typeface="Arial"/>
              <a:sym typeface="Arial"/>
            </a:endParaRPr>
          </a:p>
        </p:txBody>
      </p:sp>
      <p:sp>
        <p:nvSpPr>
          <p:cNvPr id="119" name="Google Shape;119;p13"/>
          <p:cNvSpPr txBox="1"/>
          <p:nvPr/>
        </p:nvSpPr>
        <p:spPr>
          <a:xfrm>
            <a:off x="16463841" y="13624074"/>
            <a:ext cx="4008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000"/>
              <a:buFont typeface="Arial"/>
              <a:buNone/>
            </a:pPr>
            <a:r>
              <a:rPr b="1" i="0" lang="en-US" sz="4000" u="none" cap="none" strike="noStrike">
                <a:solidFill>
                  <a:srgbClr val="D64309"/>
                </a:solidFill>
                <a:latin typeface="Arial Black"/>
                <a:ea typeface="Arial Black"/>
                <a:cs typeface="Arial Black"/>
                <a:sym typeface="Arial Black"/>
              </a:rPr>
              <a:t>95% Increase</a:t>
            </a:r>
            <a:endParaRPr b="0" i="0" sz="1400" u="none" cap="none" strike="noStrike">
              <a:solidFill>
                <a:srgbClr val="D64309"/>
              </a:solidFill>
              <a:latin typeface="Arial"/>
              <a:ea typeface="Arial"/>
              <a:cs typeface="Arial"/>
              <a:sym typeface="Arial"/>
            </a:endParaRPr>
          </a:p>
        </p:txBody>
      </p:sp>
      <p:sp>
        <p:nvSpPr>
          <p:cNvPr id="120" name="Google Shape;120;p13"/>
          <p:cNvSpPr txBox="1"/>
          <p:nvPr/>
        </p:nvSpPr>
        <p:spPr>
          <a:xfrm>
            <a:off x="16463841" y="15093653"/>
            <a:ext cx="4206857" cy="115082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000"/>
              <a:buFont typeface="Arial"/>
              <a:buNone/>
            </a:pPr>
            <a:r>
              <a:rPr b="1" i="0" lang="en-US" sz="4000" u="none" cap="none" strike="noStrike">
                <a:solidFill>
                  <a:srgbClr val="3F4444"/>
                </a:solidFill>
                <a:latin typeface="Arial Black"/>
                <a:ea typeface="Arial Black"/>
                <a:cs typeface="Arial Black"/>
                <a:sym typeface="Arial Black"/>
              </a:rPr>
              <a:t>15% Decrease</a:t>
            </a:r>
            <a:endParaRPr b="0" i="0" sz="1400" u="none" cap="none" strike="noStrike">
              <a:solidFill>
                <a:srgbClr val="000000"/>
              </a:solidFill>
              <a:latin typeface="Arial"/>
              <a:ea typeface="Arial"/>
              <a:cs typeface="Arial"/>
              <a:sym typeface="Arial"/>
            </a:endParaRPr>
          </a:p>
        </p:txBody>
      </p:sp>
      <p:sp>
        <p:nvSpPr>
          <p:cNvPr id="121" name="Google Shape;121;p13"/>
          <p:cNvSpPr txBox="1"/>
          <p:nvPr/>
        </p:nvSpPr>
        <p:spPr>
          <a:xfrm>
            <a:off x="38885110" y="24898899"/>
            <a:ext cx="3437100" cy="7080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000"/>
              <a:buFont typeface="Arial"/>
              <a:buNone/>
            </a:pPr>
            <a:r>
              <a:rPr b="1" i="0" lang="en-US" sz="4000" u="none" cap="none" strike="noStrike">
                <a:solidFill>
                  <a:srgbClr val="D64309"/>
                </a:solidFill>
                <a:latin typeface="Arial"/>
                <a:ea typeface="Arial"/>
                <a:cs typeface="Arial"/>
                <a:sym typeface="Arial"/>
              </a:rPr>
              <a:t>95% Increase</a:t>
            </a:r>
            <a:endParaRPr b="0" i="0" sz="1400" u="none" cap="none" strike="noStrike">
              <a:solidFill>
                <a:srgbClr val="D64309"/>
              </a:solidFill>
              <a:latin typeface="Arial"/>
              <a:ea typeface="Arial"/>
              <a:cs typeface="Arial"/>
              <a:sym typeface="Arial"/>
            </a:endParaRPr>
          </a:p>
        </p:txBody>
      </p:sp>
      <p:sp>
        <p:nvSpPr>
          <p:cNvPr id="122" name="Google Shape;122;p13"/>
          <p:cNvSpPr txBox="1"/>
          <p:nvPr/>
        </p:nvSpPr>
        <p:spPr>
          <a:xfrm>
            <a:off x="38885110" y="26368478"/>
            <a:ext cx="3637534" cy="113242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000"/>
              <a:buFont typeface="Arial"/>
              <a:buNone/>
            </a:pPr>
            <a:r>
              <a:rPr b="1" i="0" lang="en-US" sz="4000" u="none" cap="none" strike="noStrike">
                <a:solidFill>
                  <a:srgbClr val="3F4444"/>
                </a:solidFill>
                <a:latin typeface="Arial"/>
                <a:ea typeface="Arial"/>
                <a:cs typeface="Arial"/>
                <a:sym typeface="Arial"/>
              </a:rPr>
              <a:t>15% Decrease</a:t>
            </a:r>
            <a:endParaRPr b="0" i="0" sz="1400" u="none" cap="none" strike="noStrike">
              <a:solidFill>
                <a:srgbClr val="000000"/>
              </a:solidFill>
              <a:latin typeface="Arial"/>
              <a:ea typeface="Arial"/>
              <a:cs typeface="Arial"/>
              <a:sym typeface="Arial"/>
            </a:endParaRPr>
          </a:p>
        </p:txBody>
      </p:sp>
      <p:sp>
        <p:nvSpPr>
          <p:cNvPr id="123" name="Google Shape;123;p13"/>
          <p:cNvSpPr txBox="1"/>
          <p:nvPr/>
        </p:nvSpPr>
        <p:spPr>
          <a:xfrm>
            <a:off x="38885110" y="27637521"/>
            <a:ext cx="3437100" cy="7080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000"/>
              <a:buFont typeface="Arial"/>
              <a:buNone/>
            </a:pPr>
            <a:r>
              <a:rPr b="1" i="0" lang="en-US" sz="4000" u="none" cap="none" strike="noStrike">
                <a:solidFill>
                  <a:srgbClr val="D64309"/>
                </a:solidFill>
                <a:latin typeface="Arial"/>
                <a:ea typeface="Arial"/>
                <a:cs typeface="Arial"/>
                <a:sym typeface="Arial"/>
              </a:rPr>
              <a:t>15% Increase</a:t>
            </a:r>
            <a:endParaRPr b="0" i="0" sz="1400" u="none" cap="none" strike="noStrike">
              <a:solidFill>
                <a:srgbClr val="D64309"/>
              </a:solidFill>
              <a:latin typeface="Arial"/>
              <a:ea typeface="Arial"/>
              <a:cs typeface="Arial"/>
              <a:sym typeface="Arial"/>
            </a:endParaRPr>
          </a:p>
        </p:txBody>
      </p:sp>
      <p:sp>
        <p:nvSpPr>
          <p:cNvPr id="124" name="Google Shape;124;p13"/>
          <p:cNvSpPr txBox="1"/>
          <p:nvPr/>
        </p:nvSpPr>
        <p:spPr>
          <a:xfrm>
            <a:off x="38885110" y="29107100"/>
            <a:ext cx="3637534" cy="113242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000"/>
              <a:buFont typeface="Arial"/>
              <a:buNone/>
            </a:pPr>
            <a:r>
              <a:rPr b="1" i="0" lang="en-US" sz="4000" u="none" cap="none" strike="noStrike">
                <a:solidFill>
                  <a:srgbClr val="3F4444"/>
                </a:solidFill>
                <a:latin typeface="Arial"/>
                <a:ea typeface="Arial"/>
                <a:cs typeface="Arial"/>
                <a:sym typeface="Arial"/>
              </a:rPr>
              <a:t>95% Decrease</a:t>
            </a:r>
            <a:endParaRPr b="0" i="0" sz="1400" u="none" cap="none" strike="noStrike">
              <a:solidFill>
                <a:srgbClr val="000000"/>
              </a:solidFill>
              <a:latin typeface="Arial"/>
              <a:ea typeface="Arial"/>
              <a:cs typeface="Arial"/>
              <a:sym typeface="Arial"/>
            </a:endParaRPr>
          </a:p>
        </p:txBody>
      </p:sp>
      <p:pic>
        <p:nvPicPr>
          <p:cNvPr descr="decorative" id="125" name="Google Shape;125;p13"/>
          <p:cNvPicPr preferRelativeResize="0"/>
          <p:nvPr/>
        </p:nvPicPr>
        <p:blipFill rotWithShape="1">
          <a:blip r:embed="rId4">
            <a:alphaModFix/>
          </a:blip>
          <a:srcRect b="0" l="0" r="0" t="0"/>
          <a:stretch/>
        </p:blipFill>
        <p:spPr>
          <a:xfrm>
            <a:off x="844037" y="23103453"/>
            <a:ext cx="7400515" cy="5550387"/>
          </a:xfrm>
          <a:prstGeom prst="rect">
            <a:avLst/>
          </a:prstGeom>
          <a:noFill/>
          <a:ln>
            <a:noFill/>
          </a:ln>
        </p:spPr>
      </p:pic>
      <p:sp>
        <p:nvSpPr>
          <p:cNvPr id="126" name="Google Shape;126;p13"/>
          <p:cNvSpPr txBox="1"/>
          <p:nvPr/>
        </p:nvSpPr>
        <p:spPr>
          <a:xfrm>
            <a:off x="8615262" y="23103454"/>
            <a:ext cx="1502334" cy="125662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400"/>
              <a:buFont typeface="Arial"/>
              <a:buNone/>
            </a:pPr>
            <a:r>
              <a:rPr b="1" i="0" lang="en-US" sz="4400" u="none" cap="none" strike="noStrike">
                <a:solidFill>
                  <a:srgbClr val="0033A0"/>
                </a:solidFill>
                <a:latin typeface="Arial Black"/>
                <a:ea typeface="Arial Black"/>
                <a:cs typeface="Arial Black"/>
                <a:sym typeface="Arial Black"/>
              </a:rPr>
              <a:t>95%</a:t>
            </a:r>
            <a:endParaRPr b="0" i="0" sz="1400" u="none" cap="none" strike="noStrike">
              <a:solidFill>
                <a:srgbClr val="000000"/>
              </a:solidFill>
              <a:latin typeface="Arial"/>
              <a:ea typeface="Arial"/>
              <a:cs typeface="Arial"/>
              <a:sym typeface="Arial"/>
            </a:endParaRPr>
          </a:p>
        </p:txBody>
      </p:sp>
      <p:sp>
        <p:nvSpPr>
          <p:cNvPr id="127" name="Google Shape;127;p13"/>
          <p:cNvSpPr txBox="1"/>
          <p:nvPr/>
        </p:nvSpPr>
        <p:spPr>
          <a:xfrm>
            <a:off x="8583455" y="24217680"/>
            <a:ext cx="1502334" cy="125662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400"/>
              <a:buFont typeface="Arial"/>
              <a:buNone/>
            </a:pPr>
            <a:r>
              <a:rPr b="1" i="0" lang="en-US" sz="4400" u="none" cap="none" strike="noStrike">
                <a:solidFill>
                  <a:srgbClr val="0033A0"/>
                </a:solidFill>
                <a:latin typeface="Arial Black"/>
                <a:ea typeface="Arial Black"/>
                <a:cs typeface="Arial Black"/>
                <a:sym typeface="Arial Black"/>
              </a:rPr>
              <a:t>65%</a:t>
            </a:r>
            <a:endParaRPr b="0" i="0" sz="1400" u="none" cap="none" strike="noStrike">
              <a:solidFill>
                <a:srgbClr val="000000"/>
              </a:solidFill>
              <a:latin typeface="Arial"/>
              <a:ea typeface="Arial"/>
              <a:cs typeface="Arial"/>
              <a:sym typeface="Arial"/>
            </a:endParaRPr>
          </a:p>
        </p:txBody>
      </p:sp>
      <p:sp>
        <p:nvSpPr>
          <p:cNvPr id="128" name="Google Shape;128;p13"/>
          <p:cNvSpPr txBox="1"/>
          <p:nvPr/>
        </p:nvSpPr>
        <p:spPr>
          <a:xfrm>
            <a:off x="8583454" y="25435967"/>
            <a:ext cx="1502334" cy="125662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400"/>
              <a:buFont typeface="Arial"/>
              <a:buNone/>
            </a:pPr>
            <a:r>
              <a:rPr b="1" i="0" lang="en-US" sz="4400" u="none" cap="none" strike="noStrike">
                <a:solidFill>
                  <a:srgbClr val="0033A0"/>
                </a:solidFill>
                <a:latin typeface="Arial Black"/>
                <a:ea typeface="Arial Black"/>
                <a:cs typeface="Arial Black"/>
                <a:sym typeface="Arial Black"/>
              </a:rPr>
              <a:t>35%</a:t>
            </a:r>
            <a:endParaRPr b="0" i="0" sz="1400" u="none" cap="none" strike="noStrike">
              <a:solidFill>
                <a:srgbClr val="000000"/>
              </a:solidFill>
              <a:latin typeface="Arial"/>
              <a:ea typeface="Arial"/>
              <a:cs typeface="Arial"/>
              <a:sym typeface="Arial"/>
            </a:endParaRPr>
          </a:p>
        </p:txBody>
      </p:sp>
      <p:sp>
        <p:nvSpPr>
          <p:cNvPr id="129" name="Google Shape;129;p13"/>
          <p:cNvSpPr txBox="1"/>
          <p:nvPr/>
        </p:nvSpPr>
        <p:spPr>
          <a:xfrm>
            <a:off x="8582824" y="26679384"/>
            <a:ext cx="1502334" cy="125662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4400"/>
              <a:buFont typeface="Arial"/>
              <a:buNone/>
            </a:pPr>
            <a:r>
              <a:rPr b="1" i="0" lang="en-US" sz="4400" u="none" cap="none" strike="noStrike">
                <a:solidFill>
                  <a:srgbClr val="0033A0"/>
                </a:solidFill>
                <a:latin typeface="Arial Black"/>
                <a:ea typeface="Arial Black"/>
                <a:cs typeface="Arial Black"/>
                <a:sym typeface="Arial Black"/>
              </a:rPr>
              <a:t>15%</a:t>
            </a:r>
            <a:endParaRPr b="0" i="0" sz="1400" u="none" cap="none" strike="noStrike">
              <a:solidFill>
                <a:srgbClr val="000000"/>
              </a:solidFill>
              <a:latin typeface="Arial"/>
              <a:ea typeface="Arial"/>
              <a:cs typeface="Arial"/>
              <a:sym typeface="Arial"/>
            </a:endParaRPr>
          </a:p>
        </p:txBody>
      </p:sp>
      <p:sp>
        <p:nvSpPr>
          <p:cNvPr id="130" name="Google Shape;130;p13"/>
          <p:cNvSpPr txBox="1"/>
          <p:nvPr/>
        </p:nvSpPr>
        <p:spPr>
          <a:xfrm>
            <a:off x="21726734" y="29442826"/>
            <a:ext cx="9016379"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33A0"/>
                </a:solidFill>
                <a:latin typeface="Arial"/>
                <a:ea typeface="Arial"/>
                <a:cs typeface="Arial"/>
                <a:sym typeface="Arial"/>
              </a:rPr>
              <a:t>Maelus</a:t>
            </a:r>
            <a:r>
              <a:rPr b="0" i="0" lang="en-US" sz="3000" u="none" cap="none" strike="noStrike">
                <a:solidFill>
                  <a:srgbClr val="0033A0"/>
                </a:solidFill>
                <a:latin typeface="Arial"/>
                <a:ea typeface="Arial"/>
                <a:cs typeface="Arial"/>
                <a:sym typeface="Arial"/>
              </a:rPr>
              <a:t>: </a:t>
            </a:r>
            <a:r>
              <a:rPr b="0" i="0" lang="en-US" sz="2400" u="none" cap="none" strike="noStrike">
                <a:solidFill>
                  <a:srgbClr val="0033A0"/>
                </a:solidFill>
                <a:latin typeface="Arial"/>
                <a:ea typeface="Arial"/>
                <a:cs typeface="Arial"/>
                <a:sym typeface="Arial"/>
              </a:rPr>
              <a:t>sua ocuperv iveris menihilicit.</a:t>
            </a:r>
            <a:endParaRPr b="0" i="0" sz="1400" u="none" cap="none" strike="noStrike">
              <a:solidFill>
                <a:srgbClr val="000000"/>
              </a:solidFill>
              <a:latin typeface="Arial"/>
              <a:ea typeface="Arial"/>
              <a:cs typeface="Arial"/>
              <a:sym typeface="Arial"/>
            </a:endParaRPr>
          </a:p>
        </p:txBody>
      </p:sp>
      <p:sp>
        <p:nvSpPr>
          <p:cNvPr id="131" name="Google Shape;131;p13"/>
          <p:cNvSpPr txBox="1"/>
          <p:nvPr/>
        </p:nvSpPr>
        <p:spPr>
          <a:xfrm>
            <a:off x="914375" y="5484870"/>
            <a:ext cx="954633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0033A0"/>
                </a:solidFill>
                <a:latin typeface="Montserrat"/>
                <a:ea typeface="Montserrat"/>
                <a:cs typeface="Montserrat"/>
                <a:sym typeface="Montserrat"/>
              </a:rPr>
              <a:t>COLLEGE OR DEPARTMENT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txBox="1"/>
          <p:nvPr/>
        </p:nvSpPr>
        <p:spPr>
          <a:xfrm>
            <a:off x="3017520" y="1752607"/>
            <a:ext cx="37856100" cy="636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21120">
                <a:solidFill>
                  <a:srgbClr val="000000"/>
                </a:solidFill>
                <a:latin typeface="Calibri"/>
                <a:ea typeface="Calibri"/>
                <a:cs typeface="Calibri"/>
                <a:sym typeface="Calibri"/>
              </a:rPr>
              <a:t>Poster Title and Subtitle</a:t>
            </a:r>
            <a:endParaRPr sz="21120">
              <a:solidFill>
                <a:srgbClr val="000000"/>
              </a:solidFill>
              <a:latin typeface="Calibri"/>
              <a:ea typeface="Calibri"/>
              <a:cs typeface="Calibri"/>
              <a:sym typeface="Calibri"/>
            </a:endParaRPr>
          </a:p>
        </p:txBody>
      </p:sp>
      <p:sp>
        <p:nvSpPr>
          <p:cNvPr id="137" name="Google Shape;137;p14"/>
          <p:cNvSpPr txBox="1"/>
          <p:nvPr/>
        </p:nvSpPr>
        <p:spPr>
          <a:xfrm>
            <a:off x="3017530" y="8763000"/>
            <a:ext cx="36171000" cy="20886300"/>
          </a:xfrm>
          <a:prstGeom prst="rect">
            <a:avLst/>
          </a:prstGeom>
          <a:noFill/>
          <a:ln>
            <a:noFill/>
          </a:ln>
        </p:spPr>
        <p:txBody>
          <a:bodyPr anchorCtr="0" anchor="t" bIns="45700" lIns="91425" spcFirstLastPara="1" rIns="91425" wrap="square" tIns="45700">
            <a:noAutofit/>
          </a:bodyPr>
          <a:lstStyle/>
          <a:p>
            <a:pPr indent="-1174115" lvl="0" marL="1097280" rtl="0" algn="l">
              <a:lnSpc>
                <a:spcPct val="90000"/>
              </a:lnSpc>
              <a:spcBef>
                <a:spcPts val="0"/>
              </a:spcBef>
              <a:spcAft>
                <a:spcPts val="0"/>
              </a:spcAft>
              <a:buClr>
                <a:srgbClr val="000000"/>
              </a:buClr>
              <a:buSzPts val="12600"/>
              <a:buChar char="•"/>
            </a:pPr>
            <a:r>
              <a:rPr b="1" lang="en-US" sz="12600">
                <a:solidFill>
                  <a:srgbClr val="000000"/>
                </a:solidFill>
                <a:latin typeface="Calibri"/>
                <a:ea typeface="Calibri"/>
                <a:cs typeface="Calibri"/>
                <a:sym typeface="Calibri"/>
              </a:rPr>
              <a:t>Presenter:</a:t>
            </a:r>
            <a:r>
              <a:rPr lang="en-US" sz="12600">
                <a:solidFill>
                  <a:srgbClr val="000000"/>
                </a:solidFill>
                <a:latin typeface="Calibri"/>
                <a:ea typeface="Calibri"/>
                <a:cs typeface="Calibri"/>
                <a:sym typeface="Calibri"/>
              </a:rPr>
              <a:t> [Your Name] </a:t>
            </a:r>
            <a:endParaRPr sz="12600">
              <a:solidFill>
                <a:srgbClr val="000000"/>
              </a:solidFill>
              <a:latin typeface="Calibri"/>
              <a:ea typeface="Calibri"/>
              <a:cs typeface="Calibri"/>
              <a:sym typeface="Calibri"/>
            </a:endParaRPr>
          </a:p>
          <a:p>
            <a:pPr indent="-1174115" lvl="0" marL="1097280" rtl="0" algn="l">
              <a:lnSpc>
                <a:spcPct val="90000"/>
              </a:lnSpc>
              <a:spcBef>
                <a:spcPts val="4800"/>
              </a:spcBef>
              <a:spcAft>
                <a:spcPts val="0"/>
              </a:spcAft>
              <a:buClr>
                <a:srgbClr val="000000"/>
              </a:buClr>
              <a:buSzPts val="12600"/>
              <a:buChar char="•"/>
            </a:pPr>
            <a:r>
              <a:rPr b="1" lang="en-US" sz="12600">
                <a:solidFill>
                  <a:srgbClr val="000000"/>
                </a:solidFill>
                <a:latin typeface="Calibri"/>
                <a:ea typeface="Calibri"/>
                <a:cs typeface="Calibri"/>
                <a:sym typeface="Calibri"/>
              </a:rPr>
              <a:t>Main Finding:</a:t>
            </a:r>
            <a:r>
              <a:rPr lang="en-US" sz="12600">
                <a:solidFill>
                  <a:srgbClr val="000000"/>
                </a:solidFill>
                <a:latin typeface="Calibri"/>
                <a:ea typeface="Calibri"/>
                <a:cs typeface="Calibri"/>
                <a:sym typeface="Calibri"/>
              </a:rPr>
              <a:t> [Insert the plain English summary from your center blue panel]. </a:t>
            </a:r>
            <a:endParaRPr sz="12600">
              <a:solidFill>
                <a:srgbClr val="000000"/>
              </a:solidFill>
              <a:latin typeface="Calibri"/>
              <a:ea typeface="Calibri"/>
              <a:cs typeface="Calibri"/>
              <a:sym typeface="Calibri"/>
            </a:endParaRPr>
          </a:p>
          <a:p>
            <a:pPr indent="-1174115" lvl="0" marL="1097280" rtl="0" algn="l">
              <a:lnSpc>
                <a:spcPct val="90000"/>
              </a:lnSpc>
              <a:spcBef>
                <a:spcPts val="4800"/>
              </a:spcBef>
              <a:spcAft>
                <a:spcPts val="0"/>
              </a:spcAft>
              <a:buClr>
                <a:srgbClr val="000000"/>
              </a:buClr>
              <a:buSzPts val="12600"/>
              <a:buChar char="•"/>
            </a:pPr>
            <a:r>
              <a:rPr b="1" lang="en-US" sz="12600">
                <a:solidFill>
                  <a:srgbClr val="000000"/>
                </a:solidFill>
                <a:latin typeface="Calibri"/>
                <a:ea typeface="Calibri"/>
                <a:cs typeface="Calibri"/>
                <a:sym typeface="Calibri"/>
              </a:rPr>
              <a:t>Methods Summary:</a:t>
            </a:r>
            <a:r>
              <a:rPr lang="en-US" sz="12600">
                <a:solidFill>
                  <a:srgbClr val="000000"/>
                </a:solidFill>
                <a:latin typeface="Calibri"/>
                <a:ea typeface="Calibri"/>
                <a:cs typeface="Calibri"/>
                <a:sym typeface="Calibri"/>
              </a:rPr>
              <a:t> [Insert 1-2 sentences on your process]. </a:t>
            </a:r>
            <a:endParaRPr sz="12600">
              <a:solidFill>
                <a:srgbClr val="000000"/>
              </a:solidFill>
              <a:latin typeface="Calibri"/>
              <a:ea typeface="Calibri"/>
              <a:cs typeface="Calibri"/>
              <a:sym typeface="Calibri"/>
            </a:endParaRPr>
          </a:p>
          <a:p>
            <a:pPr indent="-1174115" lvl="0" marL="1097280" rtl="0" algn="l">
              <a:lnSpc>
                <a:spcPct val="90000"/>
              </a:lnSpc>
              <a:spcBef>
                <a:spcPts val="4800"/>
              </a:spcBef>
              <a:spcAft>
                <a:spcPts val="0"/>
              </a:spcAft>
              <a:buClr>
                <a:srgbClr val="000000"/>
              </a:buClr>
              <a:buSzPts val="12600"/>
              <a:buChar char="•"/>
            </a:pPr>
            <a:r>
              <a:rPr b="1" lang="en-US" sz="12600">
                <a:solidFill>
                  <a:srgbClr val="000000"/>
                </a:solidFill>
                <a:latin typeface="Calibri"/>
                <a:ea typeface="Calibri"/>
                <a:cs typeface="Calibri"/>
                <a:sym typeface="Calibri"/>
              </a:rPr>
              <a:t>Key Results:</a:t>
            </a:r>
            <a:r>
              <a:rPr lang="en-US" sz="12600">
                <a:solidFill>
                  <a:srgbClr val="000000"/>
                </a:solidFill>
                <a:latin typeface="Calibri"/>
                <a:ea typeface="Calibri"/>
                <a:cs typeface="Calibri"/>
                <a:sym typeface="Calibri"/>
              </a:rPr>
              <a:t> [Insert the data points from your charts]. </a:t>
            </a:r>
            <a:endParaRPr sz="12600">
              <a:solidFill>
                <a:srgbClr val="000000"/>
              </a:solidFill>
              <a:latin typeface="Calibri"/>
              <a:ea typeface="Calibri"/>
              <a:cs typeface="Calibri"/>
              <a:sym typeface="Calibri"/>
            </a:endParaRPr>
          </a:p>
          <a:p>
            <a:pPr indent="-1174115" lvl="0" marL="1097280" rtl="0" algn="l">
              <a:lnSpc>
                <a:spcPct val="90000"/>
              </a:lnSpc>
              <a:spcBef>
                <a:spcPts val="4800"/>
              </a:spcBef>
              <a:spcAft>
                <a:spcPts val="0"/>
              </a:spcAft>
              <a:buClr>
                <a:srgbClr val="000000"/>
              </a:buClr>
              <a:buSzPts val="12600"/>
              <a:buChar char="•"/>
            </a:pPr>
            <a:r>
              <a:rPr b="1" lang="en-US" sz="12600">
                <a:solidFill>
                  <a:srgbClr val="000000"/>
                </a:solidFill>
                <a:latin typeface="Calibri"/>
                <a:ea typeface="Calibri"/>
                <a:cs typeface="Calibri"/>
                <a:sym typeface="Calibri"/>
              </a:rPr>
              <a:t>Contact/Full Paper:</a:t>
            </a:r>
            <a:r>
              <a:rPr lang="en-US" sz="12600">
                <a:solidFill>
                  <a:srgbClr val="000000"/>
                </a:solidFill>
                <a:latin typeface="Calibri"/>
                <a:ea typeface="Calibri"/>
                <a:cs typeface="Calibri"/>
                <a:sym typeface="Calibri"/>
              </a:rPr>
              <a:t> [Insert the URL linked to your QR code].</a:t>
            </a:r>
            <a:endParaRPr sz="12600">
              <a:solidFill>
                <a:srgbClr val="000000"/>
              </a:solidFill>
              <a:latin typeface="Calibri"/>
              <a:ea typeface="Calibri"/>
              <a:cs typeface="Calibri"/>
              <a:sym typeface="Calibri"/>
            </a:endParaRPr>
          </a:p>
          <a:p>
            <a:pPr indent="-1174115" lvl="0" marL="1097280" rtl="0" algn="l">
              <a:lnSpc>
                <a:spcPct val="90000"/>
              </a:lnSpc>
              <a:spcBef>
                <a:spcPts val="4800"/>
              </a:spcBef>
              <a:spcAft>
                <a:spcPts val="0"/>
              </a:spcAft>
              <a:buClr>
                <a:srgbClr val="000000"/>
              </a:buClr>
              <a:buSzPts val="12600"/>
              <a:buChar char="•"/>
            </a:pPr>
            <a:r>
              <a:rPr b="1" lang="en-US" sz="12600">
                <a:solidFill>
                  <a:srgbClr val="000000"/>
                </a:solidFill>
                <a:latin typeface="Calibri"/>
                <a:ea typeface="Calibri"/>
                <a:cs typeface="Calibri"/>
                <a:sym typeface="Calibri"/>
              </a:rPr>
              <a:t>Graphics</a:t>
            </a:r>
            <a:r>
              <a:rPr lang="en-US" sz="12600">
                <a:solidFill>
                  <a:srgbClr val="000000"/>
                </a:solidFill>
                <a:latin typeface="Calibri"/>
                <a:ea typeface="Calibri"/>
                <a:cs typeface="Calibri"/>
                <a:sym typeface="Calibri"/>
              </a:rPr>
              <a:t>: Add any key alt text descriptions / explanations here</a:t>
            </a:r>
            <a:endParaRPr sz="12600">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